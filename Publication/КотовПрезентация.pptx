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31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EDD66CB-B9BC-4BA4-AFA2-16756E1BE160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BFB709E-22D6-4E07-8AEE-0A9A15B8AF78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mtClean="0"/>
              <a:t>Магазин кроссовок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r>
              <a:rPr lang="en-US" dirty="0" err="1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обильное</a:t>
            </a:r>
            <a:r>
              <a:rPr lang="en-US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r>
              <a:rPr lang="en-US" dirty="0" smtClean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Jetpack Compose</a:t>
            </a:r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 проекте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2800" dirty="0" err="1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</a:t>
            </a:r>
            <a:r>
              <a:rPr lang="en-US" sz="28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8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8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 приложение для магазина обуви</a:t>
            </a:r>
            <a:endParaRPr lang="en-US" sz="2800" dirty="0" smtClean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2800" dirty="0" err="1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</a:t>
            </a:r>
            <a:r>
              <a:rPr lang="en-US" sz="28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8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Android 13.0 API 33</a:t>
            </a:r>
            <a:endParaRPr lang="en-US" sz="2800" dirty="0" smtClean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2800" dirty="0" err="1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</a:t>
            </a:r>
            <a:r>
              <a:rPr lang="en-US" sz="28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8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/>
              <a:t>Диаграмма вариантов использования</a:t>
            </a:r>
            <a:endParaRPr lang="ru-RU" sz="4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167731"/>
            <a:ext cx="457200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Библиотеки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4000" dirty="0" smtClean="0"/>
              <a:t>Core Jetpack</a:t>
            </a:r>
          </a:p>
          <a:p>
            <a:r>
              <a:rPr lang="en-US" sz="32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Compose 1.6.0</a:t>
            </a:r>
            <a:endParaRPr lang="en-US" sz="3200" dirty="0" smtClean="0"/>
          </a:p>
          <a:p>
            <a:r>
              <a:rPr lang="en-US" sz="32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3200" dirty="0" smtClean="0"/>
          </a:p>
          <a:p>
            <a:pPr>
              <a:buNone/>
            </a:pPr>
            <a:r>
              <a:rPr lang="ru-RU" sz="4000" dirty="0" smtClean="0"/>
              <a:t>Асинхронность</a:t>
            </a:r>
          </a:p>
          <a:p>
            <a:r>
              <a:rPr lang="en-US" sz="32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Coroutines</a:t>
            </a:r>
            <a:r>
              <a:rPr lang="en-US" sz="32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1.7</a:t>
            </a:r>
          </a:p>
          <a:p>
            <a:r>
              <a:rPr lang="en-US" sz="32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r>
              <a:rPr lang="en-US" sz="32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1.9</a:t>
            </a:r>
            <a:endParaRPr lang="en-US" sz="3200" dirty="0" smtClean="0"/>
          </a:p>
          <a:p>
            <a:pPr>
              <a:buNone/>
            </a:pPr>
            <a:endParaRPr lang="en-US" sz="2800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Полный стек технологий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err="1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</a:t>
            </a:r>
            <a:r>
              <a:rPr lang="en-US" sz="28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8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r>
              <a:rPr lang="ru-RU" sz="28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</a:t>
            </a:r>
            <a:r>
              <a:rPr lang="en-US" sz="28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Jetpack Compose </a:t>
            </a:r>
          </a:p>
          <a:p>
            <a:pPr>
              <a:buNone/>
            </a:pPr>
            <a:r>
              <a:rPr lang="en-US" sz="2800" dirty="0" err="1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r>
              <a:rPr lang="en-US" sz="28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8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MVVM</a:t>
            </a:r>
            <a:endParaRPr lang="en-US" sz="2800" dirty="0" smtClean="0"/>
          </a:p>
          <a:p>
            <a:pPr>
              <a:buNone/>
            </a:pPr>
            <a:r>
              <a:rPr lang="en-US" sz="2800" dirty="0" err="1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Навигация</a:t>
            </a:r>
            <a:r>
              <a:rPr lang="en-US" sz="2800" dirty="0" smtClean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2800" dirty="0" smtClean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Jetpack Navigation Compose</a:t>
            </a:r>
            <a:endParaRPr lang="en-US" sz="2800" dirty="0" smtClean="0"/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40</TotalTime>
  <Words>60</Words>
  <Application>Microsoft Office PowerPoint</Application>
  <PresentationFormat>Экран (4:3)</PresentationFormat>
  <Paragraphs>19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Поток</vt:lpstr>
      <vt:lpstr>Магазин кроссовок</vt:lpstr>
      <vt:lpstr>О проекте</vt:lpstr>
      <vt:lpstr>Диаграмма вариантов использования</vt:lpstr>
      <vt:lpstr>Библиотеки</vt:lpstr>
      <vt:lpstr>Полный стек технологий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Shoe Store</dc:title>
  <dc:creator>android243</dc:creator>
  <cp:lastModifiedBy>android243</cp:lastModifiedBy>
  <cp:revision>5</cp:revision>
  <dcterms:created xsi:type="dcterms:W3CDTF">2026-03-06T09:13:56Z</dcterms:created>
  <dcterms:modified xsi:type="dcterms:W3CDTF">2026-03-06T11:03:50Z</dcterms:modified>
</cp:coreProperties>
</file>